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3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76985"/>
            <a:ext cx="9189720" cy="1470025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168400" y="2552700"/>
            <a:ext cx="11887200" cy="1752600"/>
          </a:xfrm>
        </p:spPr>
        <p:txBody>
          <a:bodyPr>
            <a:normAutofit lnSpcReduction="10000"/>
          </a:bodyPr>
          <a:lstStyle/>
          <a:p>
            <a:r>
              <a:rPr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</a:t>
            </a:r>
            <a:r>
              <a:rPr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erstanding Pixel Representation, Spatial Resolution,</a:t>
            </a:r>
          </a:p>
          <a:p>
            <a:r>
              <a:rPr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Intensity Resolution, and Grayscale Images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CO1-AT3 ITA 0515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8CD49-3E71-00AC-765C-7480D38A1404}"/>
              </a:ext>
            </a:extLst>
          </p:cNvPr>
          <p:cNvSpPr txBox="1"/>
          <p:nvPr/>
        </p:nvSpPr>
        <p:spPr>
          <a:xfrm>
            <a:off x="5360324" y="4523279"/>
            <a:ext cx="34594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32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VARSHA R 192421045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VIDDHIYASHREE 192421188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Sreelatha 192425248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Amrutha 192425366</a:t>
            </a:r>
          </a:p>
          <a:p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828BE9-7C2A-E58B-DE39-735BC82D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274638"/>
            <a:ext cx="8900160" cy="1002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1554163"/>
            <a:ext cx="8747760" cy="1493837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digital image is a visual representation stored in digital form.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consists of pixels arranged in rows and columns.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Used in photography, medical imaging, satellite imaging, and computer vision.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Image quality depends on resolution and intensity levels.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E8519-AC41-7DF8-19F2-370A6F14C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40" y="3184525"/>
            <a:ext cx="5811520" cy="29947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752090-8D39-8D48-2557-15A2146DB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638"/>
            <a:ext cx="8747760" cy="10021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3120" y="2179321"/>
            <a:ext cx="4409440" cy="1828800"/>
          </a:xfrm>
        </p:spPr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Understand digital image fundamentals.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Explain pixel representation.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Study spatial and intensity resolution.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Understand grayscale images.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Identify common image quality issues.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AF8DC-0DEE-D487-97BD-B033D25E3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2" y="1703983"/>
            <a:ext cx="4514088" cy="325377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1BA72-DA04-13A7-3903-6EFD3AE2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638"/>
            <a:ext cx="8747760" cy="10021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920" y="1417638"/>
            <a:ext cx="7630160" cy="1828800"/>
          </a:xfrm>
        </p:spPr>
        <p:txBody>
          <a:bodyPr>
            <a:normAutofit/>
          </a:bodyPr>
          <a:lstStyle/>
          <a:p>
            <a:r>
              <a:rPr sz="1800" dirty="0"/>
              <a:t>- Low spatial resolution causes blurred images.</a:t>
            </a:r>
          </a:p>
          <a:p>
            <a:r>
              <a:rPr sz="1800" dirty="0"/>
              <a:t>- Insufficient intensity resolution reduces detail.</a:t>
            </a:r>
          </a:p>
          <a:p>
            <a:r>
              <a:rPr sz="1800" dirty="0"/>
              <a:t>- Noise and distortion affect clarity.</a:t>
            </a:r>
          </a:p>
          <a:p>
            <a:r>
              <a:rPr sz="1800" dirty="0"/>
              <a:t>- Poor image quality impacts analysis and decision making.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41C1D-A461-4BA6-4933-4156570CA717}"/>
              </a:ext>
            </a:extLst>
          </p:cNvPr>
          <p:cNvSpPr txBox="1"/>
          <p:nvPr/>
        </p:nvSpPr>
        <p:spPr>
          <a:xfrm>
            <a:off x="132080" y="5300395"/>
            <a:ext cx="9154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image quality be represented and maintained effectively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F11AF-77BB-5853-571C-FC558D1F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2" r="1612" b="1702"/>
          <a:stretch>
            <a:fillRect/>
          </a:stretch>
        </p:blipFill>
        <p:spPr>
          <a:xfrm>
            <a:off x="2659056" y="2897237"/>
            <a:ext cx="3635621" cy="2403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274D9C-3D20-8121-E64F-DEFEB5F2E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638"/>
            <a:ext cx="8747760" cy="1002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80" y="662084"/>
            <a:ext cx="8229600" cy="62547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4824"/>
            <a:ext cx="6202680" cy="2125980"/>
          </a:xfrm>
        </p:spPr>
        <p:txBody>
          <a:bodyPr>
            <a:noAutofit/>
          </a:bodyPr>
          <a:lstStyle/>
          <a:p>
            <a:r>
              <a:rPr sz="1800" dirty="0"/>
              <a:t>Pixel Representation: Smallest unit of an image.</a:t>
            </a:r>
          </a:p>
          <a:p>
            <a:r>
              <a:rPr sz="1800" dirty="0"/>
              <a:t>Spatial Resolution: Number of pixels in an image.</a:t>
            </a:r>
          </a:p>
          <a:p>
            <a:r>
              <a:rPr sz="1800" dirty="0"/>
              <a:t>Example: 1920 × 1080.</a:t>
            </a:r>
          </a:p>
          <a:p>
            <a:r>
              <a:rPr sz="1800" dirty="0"/>
              <a:t>Intensity Resolution: Number of brightness levels.</a:t>
            </a:r>
          </a:p>
          <a:p>
            <a:r>
              <a:rPr sz="1800" dirty="0"/>
              <a:t>Example: 8-bit = 256 gray levels.</a:t>
            </a:r>
          </a:p>
          <a:p>
            <a:r>
              <a:rPr sz="1800" dirty="0"/>
              <a:t>Grayscale Image: Values range from 0 (black) to 255 (white).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66DC7-4596-5E02-24B8-AE653EED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9" t="26509" r="1"/>
          <a:stretch>
            <a:fillRect/>
          </a:stretch>
        </p:blipFill>
        <p:spPr>
          <a:xfrm>
            <a:off x="2766060" y="3618864"/>
            <a:ext cx="6103620" cy="3101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BB7AA9-2E15-9057-F855-71F6BA55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" y="161021"/>
            <a:ext cx="8747760" cy="1002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326880" cy="4525963"/>
          </a:xfrm>
        </p:spPr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Pixels form digital images.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Spatial resolution determines image detail.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Intensity resolution determines brightness accuracy.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Grayscale images are important in image processing.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These concepts are fundamental to computer vision.</a:t>
            </a:r>
          </a:p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9A1945-F607-A2F6-09F3-D512FCDD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8747760" cy="1002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38893-459A-D5BE-484D-CD888B4B1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772" y="1444336"/>
            <a:ext cx="6151418" cy="327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65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VARSHA R CO-1 AT3 Q5 (1)</Template>
  <TotalTime>0</TotalTime>
  <Words>259</Words>
  <Application>Microsoft Office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DIGITAL IMAGE FUNDAMENTALS</vt:lpstr>
      <vt:lpstr>INTRODUCTION</vt:lpstr>
      <vt:lpstr>OBJECTIVES</vt:lpstr>
      <vt:lpstr>PROBLEM STATEMENT</vt:lpstr>
      <vt:lpstr>DIGITAL IMAGE FUNDAMENTALS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latha</dc:creator>
  <cp:keywords/>
  <dc:description>generated using python-pptx</dc:description>
  <cp:lastModifiedBy>sree latha</cp:lastModifiedBy>
  <cp:revision>1</cp:revision>
  <dcterms:created xsi:type="dcterms:W3CDTF">2026-07-22T05:54:07Z</dcterms:created>
  <dcterms:modified xsi:type="dcterms:W3CDTF">2026-07-22T05:54:23Z</dcterms:modified>
  <cp:category/>
</cp:coreProperties>
</file>